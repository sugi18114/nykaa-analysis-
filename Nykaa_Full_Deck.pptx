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Nykaa – Brand Perception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review of Nykaa’s online brand perception across platforms.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Nykaa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Founded: 2012</a:t>
            </a:r>
          </a:p>
          <a:p>
            <a:r>
              <a:t>• Founder: Falguni Nayar</a:t>
            </a:r>
          </a:p>
          <a:p>
            <a:r>
              <a:t>• Sectors: Beauty, Fashion, Wellness</a:t>
            </a:r>
          </a:p>
          <a:p>
            <a:r>
              <a:t>• Known for large product portfolio &amp; trust for authenticity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Review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Overall customer sentiment: 4.2/5 average</a:t>
            </a:r>
          </a:p>
          <a:p>
            <a:r>
              <a:t>• Appreciation for product quality &amp; range</a:t>
            </a:r>
          </a:p>
          <a:p>
            <a:r>
              <a:t>• Complaints mostly around delivery &amp; return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Platform‑Wise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Nykaa App/Website: Best for product range &amp; authenticity</a:t>
            </a:r>
          </a:p>
          <a:p>
            <a:r>
              <a:t>• Amazon: Strong delivery dependability</a:t>
            </a:r>
          </a:p>
          <a:p>
            <a:r>
              <a:t>• Flipkart: More discounts but higher packaging complaints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Increasing demand for skincare &amp; clean beauty</a:t>
            </a:r>
          </a:p>
          <a:p>
            <a:r>
              <a:t>• Makeup sales rising among Gen‑Z consumers</a:t>
            </a:r>
          </a:p>
          <a:p>
            <a:r>
              <a:t>• Strong shift toward influencer‑driven buying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</a:t>
            </a:r>
          </a:p>
          <a:p>
            <a:r>
              <a:t>• High trust</a:t>
            </a:r>
          </a:p>
          <a:p>
            <a:r>
              <a:t>• Product authenticity</a:t>
            </a:r>
          </a:p>
          <a:p>
            <a:r>
              <a:t>• Wide variety</a:t>
            </a:r>
          </a:p>
          <a:p/>
          <a:p>
            <a:r>
              <a:t>Weaknesses:</a:t>
            </a:r>
          </a:p>
          <a:p>
            <a:r>
              <a:t>• Return/replacement delays</a:t>
            </a:r>
          </a:p>
          <a:p>
            <a:r>
              <a:t>• Customer service responsiveness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return logistics</a:t>
            </a:r>
          </a:p>
          <a:p>
            <a:r>
              <a:t>• Introduce faster delivery promise</a:t>
            </a:r>
          </a:p>
          <a:p>
            <a:r>
              <a:t>• Strengthen customer support</a:t>
            </a:r>
          </a:p>
          <a:p>
            <a:r>
              <a:t>• Expand exclusive in‑house brands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Nykaa performs strongly overall but must address delivery &amp; return experience to maintain leadership.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